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oppins"/>
      <p:regular r:id="rId9"/>
      <p:bold r:id="rId10"/>
      <p:italic r:id="rId11"/>
      <p:boldItalic r:id="rId12"/>
    </p:embeddedFont>
    <p:embeddedFont>
      <p:font typeface="Poppins Medium"/>
      <p:regular r:id="rId13"/>
      <p:bold r:id="rId14"/>
      <p:italic r:id="rId15"/>
      <p:boldItalic r:id="rId16"/>
    </p:embeddedFont>
    <p:embeddedFont>
      <p:font typeface="Poppins ExtraLigh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ExtraLight-boldItalic.fntdata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3" Type="http://schemas.openxmlformats.org/officeDocument/2006/relationships/font" Target="fonts/PoppinsMedium-regular.fntdata"/><Relationship Id="rId12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regular.fntdata"/><Relationship Id="rId15" Type="http://schemas.openxmlformats.org/officeDocument/2006/relationships/font" Target="fonts/PoppinsMedium-italic.fntdata"/><Relationship Id="rId14" Type="http://schemas.openxmlformats.org/officeDocument/2006/relationships/font" Target="fonts/PoppinsMedium-bold.fntdata"/><Relationship Id="rId17" Type="http://schemas.openxmlformats.org/officeDocument/2006/relationships/font" Target="fonts/PoppinsExtraLight-regular.fntdata"/><Relationship Id="rId16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ExtraLight-italic.fntdata"/><Relationship Id="rId6" Type="http://schemas.openxmlformats.org/officeDocument/2006/relationships/slide" Target="slides/slide1.xml"/><Relationship Id="rId18" Type="http://schemas.openxmlformats.org/officeDocument/2006/relationships/font" Target="fonts/PoppinsExtra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fee7f0d3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fee7f0d3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1f02130d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1f02130d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1f02130d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1f02130d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em branco">
  <p:cSld name="TITLE_7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Slide Franja blanca -  Blanco">
  <p:cSld name="TITLE_ONLY_1_1_1_1_1_1_1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896333" y="51434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 txBox="1"/>
          <p:nvPr>
            <p:ph type="title"/>
          </p:nvPr>
        </p:nvSpPr>
        <p:spPr>
          <a:xfrm>
            <a:off x="705950" y="1187650"/>
            <a:ext cx="8003400" cy="18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5200"/>
              <a:buNone/>
              <a:defRPr sz="5200">
                <a:solidFill>
                  <a:srgbClr val="FE3F23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2800"/>
              <a:buNone/>
              <a:defRPr>
                <a:solidFill>
                  <a:srgbClr val="FE3F2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2800"/>
              <a:buNone/>
              <a:defRPr>
                <a:solidFill>
                  <a:srgbClr val="FE3F2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2800"/>
              <a:buNone/>
              <a:defRPr>
                <a:solidFill>
                  <a:srgbClr val="FE3F2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2800"/>
              <a:buNone/>
              <a:defRPr>
                <a:solidFill>
                  <a:srgbClr val="FE3F2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2800"/>
              <a:buNone/>
              <a:defRPr>
                <a:solidFill>
                  <a:srgbClr val="FE3F2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2800"/>
              <a:buNone/>
              <a:defRPr>
                <a:solidFill>
                  <a:srgbClr val="FE3F2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2800"/>
              <a:buNone/>
              <a:defRPr>
                <a:solidFill>
                  <a:srgbClr val="FE3F2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2800"/>
              <a:buNone/>
              <a:defRPr>
                <a:solidFill>
                  <a:srgbClr val="FE3F2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712616" y="2313875"/>
            <a:ext cx="4262400" cy="17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600"/>
              <a:buNone/>
              <a:defRPr b="1" sz="1600">
                <a:solidFill>
                  <a:srgbClr val="FE3F2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400"/>
              <a:buNone/>
              <a:defRPr>
                <a:solidFill>
                  <a:srgbClr val="FE3F2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400"/>
              <a:buNone/>
              <a:defRPr>
                <a:solidFill>
                  <a:srgbClr val="FE3F2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400"/>
              <a:buNone/>
              <a:defRPr>
                <a:solidFill>
                  <a:srgbClr val="FE3F2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400"/>
              <a:buNone/>
              <a:defRPr>
                <a:solidFill>
                  <a:srgbClr val="FE3F2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400"/>
              <a:buNone/>
              <a:defRPr>
                <a:solidFill>
                  <a:srgbClr val="FE3F2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400"/>
              <a:buNone/>
              <a:defRPr>
                <a:solidFill>
                  <a:srgbClr val="FE3F2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400"/>
              <a:buNone/>
              <a:defRPr>
                <a:solidFill>
                  <a:srgbClr val="FE3F2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E3F23"/>
              </a:buClr>
              <a:buSzPts val="1400"/>
              <a:buNone/>
              <a:defRPr>
                <a:solidFill>
                  <a:srgbClr val="FE3F2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WXMF_FY7Xhefs-mBXbicrLa1kjj5uyeM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flipH="1">
            <a:off x="4271775" y="2127400"/>
            <a:ext cx="3951000" cy="858900"/>
          </a:xfrm>
          <a:prstGeom prst="round2DiagRect">
            <a:avLst>
              <a:gd fmla="val 0" name="adj1"/>
              <a:gd fmla="val 50000" name="adj2"/>
            </a:avLst>
          </a:prstGeom>
          <a:noFill/>
          <a:ln>
            <a:noFill/>
          </a:ln>
          <a:effectLst>
            <a:outerShdw blurRad="114300" rotWithShape="0" algn="bl" dir="9300000" dist="28575">
              <a:schemeClr val="accent1">
                <a:alpha val="15000"/>
              </a:schemeClr>
            </a:outerShdw>
          </a:effectLst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Manual de</a:t>
            </a:r>
            <a:r>
              <a:rPr lang="es" sz="5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marca</a:t>
            </a:r>
            <a:endParaRPr b="1" sz="5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6"/>
          <p:cNvSpPr/>
          <p:nvPr/>
        </p:nvSpPr>
        <p:spPr>
          <a:xfrm flipH="1">
            <a:off x="4426250" y="1491750"/>
            <a:ext cx="4020900" cy="367200"/>
          </a:xfrm>
          <a:prstGeom prst="round2DiagRect">
            <a:avLst>
              <a:gd fmla="val 40587" name="adj1"/>
              <a:gd fmla="val 0" name="adj2"/>
            </a:avLst>
          </a:prstGeom>
          <a:noFill/>
          <a:ln>
            <a:noFill/>
          </a:ln>
          <a:effectLst>
            <a:outerShdw blurRad="114300" rotWithShape="0" algn="bl" dir="9300000" dist="28575">
              <a:schemeClr val="accent1">
                <a:alpha val="15000"/>
              </a:schemeClr>
            </a:outerShdw>
          </a:effectLst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Brandbook</a:t>
            </a:r>
            <a:endParaRPr sz="2800">
              <a:solidFill>
                <a:schemeClr val="dk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cxnSp>
        <p:nvCxnSpPr>
          <p:cNvPr id="66" name="Google Shape;66;p16"/>
          <p:cNvCxnSpPr/>
          <p:nvPr/>
        </p:nvCxnSpPr>
        <p:spPr>
          <a:xfrm>
            <a:off x="4273800" y="1487325"/>
            <a:ext cx="5100" cy="184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6"/>
          <p:cNvSpPr txBox="1"/>
          <p:nvPr/>
        </p:nvSpPr>
        <p:spPr>
          <a:xfrm>
            <a:off x="4330250" y="3302150"/>
            <a:ext cx="375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Colores, 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tipografías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iconos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68" name="Google Shape;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26" y="1746500"/>
            <a:ext cx="3328626" cy="139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490975" y="1002475"/>
            <a:ext cx="1806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2100">
                <a:solidFill>
                  <a:srgbClr val="F4582F"/>
                </a:solidFill>
                <a:latin typeface="Poppins"/>
                <a:ea typeface="Poppins"/>
                <a:cs typeface="Poppins"/>
                <a:sym typeface="Poppins"/>
              </a:rPr>
              <a:t>Tipografías</a:t>
            </a:r>
            <a:endParaRPr b="1" i="0" sz="2100" u="none" cap="none" strike="noStrike">
              <a:solidFill>
                <a:srgbClr val="F458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490975" y="1440750"/>
            <a:ext cx="18060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4582F"/>
                </a:solidFill>
              </a:rPr>
              <a:t>PRINCIPALES</a:t>
            </a:r>
            <a:endParaRPr b="1">
              <a:solidFill>
                <a:srgbClr val="F4582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PP Object Sans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Jornada Sans</a:t>
            </a:r>
            <a:endParaRPr>
              <a:solidFill>
                <a:srgbClr val="F4582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4582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F4582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90975" y="2631575"/>
            <a:ext cx="164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4582F"/>
                </a:solidFill>
              </a:rPr>
              <a:t>Secundarias</a:t>
            </a:r>
            <a:endParaRPr b="1">
              <a:solidFill>
                <a:srgbClr val="F4582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Poppins</a:t>
            </a:r>
            <a:endParaRPr/>
          </a:p>
        </p:txBody>
      </p:sp>
      <p:sp>
        <p:nvSpPr>
          <p:cNvPr id="76" name="Google Shape;76;p17"/>
          <p:cNvSpPr txBox="1"/>
          <p:nvPr/>
        </p:nvSpPr>
        <p:spPr>
          <a:xfrm>
            <a:off x="4796750" y="1081125"/>
            <a:ext cx="1806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2100">
                <a:solidFill>
                  <a:srgbClr val="F4582F"/>
                </a:solidFill>
                <a:latin typeface="Poppins"/>
                <a:ea typeface="Poppins"/>
                <a:cs typeface="Poppins"/>
                <a:sym typeface="Poppins"/>
              </a:rPr>
              <a:t>Colores</a:t>
            </a:r>
            <a:endParaRPr b="1" i="0" sz="2100" u="none" cap="none" strike="noStrike">
              <a:solidFill>
                <a:srgbClr val="F458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796750" y="1770283"/>
            <a:ext cx="327600" cy="327600"/>
          </a:xfrm>
          <a:prstGeom prst="ellipse">
            <a:avLst/>
          </a:prstGeom>
          <a:solidFill>
            <a:srgbClr val="FF441F"/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sp>
        <p:nvSpPr>
          <p:cNvPr id="78" name="Google Shape;78;p17"/>
          <p:cNvSpPr txBox="1"/>
          <p:nvPr/>
        </p:nvSpPr>
        <p:spPr>
          <a:xfrm>
            <a:off x="5168488" y="1681250"/>
            <a:ext cx="12045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750" lIns="66750" spcFirstLastPara="1" rIns="66750" wrap="square" tIns="6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3">
                <a:solidFill>
                  <a:schemeClr val="dk1"/>
                </a:solidFill>
              </a:rPr>
              <a:t>RGB:</a:t>
            </a:r>
            <a:r>
              <a:rPr lang="es" sz="803">
                <a:solidFill>
                  <a:schemeClr val="dk1"/>
                </a:solidFill>
              </a:rPr>
              <a:t> 255, 68, 31</a:t>
            </a:r>
            <a:br>
              <a:rPr lang="es" sz="803">
                <a:solidFill>
                  <a:schemeClr val="dk1"/>
                </a:solidFill>
              </a:rPr>
            </a:br>
            <a:endParaRPr sz="80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HEX:</a:t>
            </a:r>
            <a:r>
              <a:rPr lang="es" sz="803">
                <a:solidFill>
                  <a:schemeClr val="dk1"/>
                </a:solidFill>
              </a:rPr>
              <a:t> #FF441F</a:t>
            </a:r>
            <a:endParaRPr b="1" sz="803">
              <a:solidFill>
                <a:schemeClr val="dk1"/>
              </a:solidFill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6663900" y="1770283"/>
            <a:ext cx="327600" cy="32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sp>
        <p:nvSpPr>
          <p:cNvPr id="80" name="Google Shape;80;p17"/>
          <p:cNvSpPr txBox="1"/>
          <p:nvPr/>
        </p:nvSpPr>
        <p:spPr>
          <a:xfrm>
            <a:off x="7035638" y="1681250"/>
            <a:ext cx="12045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750" lIns="66750" spcFirstLastPara="1" rIns="66750" wrap="square" tIns="6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RGB:</a:t>
            </a:r>
            <a:r>
              <a:rPr lang="es" sz="803">
                <a:solidFill>
                  <a:schemeClr val="dk1"/>
                </a:solidFill>
              </a:rPr>
              <a:t> 255, </a:t>
            </a:r>
            <a:r>
              <a:rPr lang="es" sz="803">
                <a:solidFill>
                  <a:schemeClr val="dk1"/>
                </a:solidFill>
              </a:rPr>
              <a:t> 255</a:t>
            </a:r>
            <a:r>
              <a:rPr lang="es" sz="803">
                <a:solidFill>
                  <a:schemeClr val="dk1"/>
                </a:solidFill>
              </a:rPr>
              <a:t>, </a:t>
            </a:r>
            <a:r>
              <a:rPr lang="es" sz="803">
                <a:solidFill>
                  <a:schemeClr val="dk1"/>
                </a:solidFill>
              </a:rPr>
              <a:t> 255</a:t>
            </a:r>
            <a:br>
              <a:rPr lang="es" sz="803">
                <a:solidFill>
                  <a:schemeClr val="dk1"/>
                </a:solidFill>
              </a:rPr>
            </a:br>
            <a:endParaRPr sz="80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HEX:</a:t>
            </a:r>
            <a:r>
              <a:rPr lang="es" sz="803">
                <a:solidFill>
                  <a:schemeClr val="dk1"/>
                </a:solidFill>
              </a:rPr>
              <a:t> #</a:t>
            </a:r>
            <a:r>
              <a:rPr lang="es" sz="803">
                <a:solidFill>
                  <a:schemeClr val="dk1"/>
                </a:solidFill>
              </a:rPr>
              <a:t>FFFFFF</a:t>
            </a:r>
            <a:endParaRPr b="1" sz="803">
              <a:solidFill>
                <a:schemeClr val="dk1"/>
              </a:solidFill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6696450" y="2566733"/>
            <a:ext cx="327600" cy="32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sp>
        <p:nvSpPr>
          <p:cNvPr id="82" name="Google Shape;82;p17"/>
          <p:cNvSpPr txBox="1"/>
          <p:nvPr/>
        </p:nvSpPr>
        <p:spPr>
          <a:xfrm>
            <a:off x="7068188" y="2477700"/>
            <a:ext cx="12045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750" lIns="66750" spcFirstLastPara="1" rIns="66750" wrap="square" tIns="6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RGB:</a:t>
            </a:r>
            <a:r>
              <a:rPr lang="es" sz="803">
                <a:solidFill>
                  <a:schemeClr val="dk1"/>
                </a:solidFill>
              </a:rPr>
              <a:t> 0, 0, 0</a:t>
            </a:r>
            <a:br>
              <a:rPr lang="es" sz="803">
                <a:solidFill>
                  <a:schemeClr val="dk1"/>
                </a:solidFill>
              </a:rPr>
            </a:br>
            <a:endParaRPr sz="80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HEX:</a:t>
            </a:r>
            <a:r>
              <a:rPr lang="es" sz="803">
                <a:solidFill>
                  <a:schemeClr val="dk1"/>
                </a:solidFill>
              </a:rPr>
              <a:t> #</a:t>
            </a:r>
            <a:r>
              <a:rPr lang="es" sz="803">
                <a:solidFill>
                  <a:schemeClr val="dk1"/>
                </a:solidFill>
              </a:rPr>
              <a:t>000000</a:t>
            </a:r>
            <a:endParaRPr b="1" sz="803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796750" y="2566733"/>
            <a:ext cx="327600" cy="327600"/>
          </a:xfrm>
          <a:prstGeom prst="ellipse">
            <a:avLst/>
          </a:prstGeom>
          <a:solidFill>
            <a:srgbClr val="34C85A"/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sp>
        <p:nvSpPr>
          <p:cNvPr id="84" name="Google Shape;84;p17"/>
          <p:cNvSpPr txBox="1"/>
          <p:nvPr/>
        </p:nvSpPr>
        <p:spPr>
          <a:xfrm>
            <a:off x="5168488" y="2477700"/>
            <a:ext cx="12045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750" lIns="66750" spcFirstLastPara="1" rIns="66750" wrap="square" tIns="6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RGB:</a:t>
            </a:r>
            <a:r>
              <a:rPr lang="es" sz="803">
                <a:solidFill>
                  <a:schemeClr val="dk1"/>
                </a:solidFill>
              </a:rPr>
              <a:t> 52, 200, 90</a:t>
            </a:r>
            <a:br>
              <a:rPr lang="es" sz="803">
                <a:solidFill>
                  <a:schemeClr val="dk1"/>
                </a:solidFill>
              </a:rPr>
            </a:br>
            <a:endParaRPr sz="80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HEX:</a:t>
            </a:r>
            <a:r>
              <a:rPr lang="es" sz="803">
                <a:solidFill>
                  <a:schemeClr val="dk1"/>
                </a:solidFill>
              </a:rPr>
              <a:t> #</a:t>
            </a:r>
            <a:r>
              <a:rPr lang="es" sz="803">
                <a:solidFill>
                  <a:schemeClr val="dk1"/>
                </a:solidFill>
              </a:rPr>
              <a:t>34C85A</a:t>
            </a:r>
            <a:endParaRPr b="1" sz="803">
              <a:solidFill>
                <a:schemeClr val="dk1"/>
              </a:solidFill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696450" y="3363183"/>
            <a:ext cx="327600" cy="327600"/>
          </a:xfrm>
          <a:prstGeom prst="ellipse">
            <a:avLst/>
          </a:prstGeom>
          <a:solidFill>
            <a:srgbClr val="FBDC25"/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sp>
        <p:nvSpPr>
          <p:cNvPr id="86" name="Google Shape;86;p17"/>
          <p:cNvSpPr txBox="1"/>
          <p:nvPr/>
        </p:nvSpPr>
        <p:spPr>
          <a:xfrm>
            <a:off x="7068188" y="3274150"/>
            <a:ext cx="12045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750" lIns="66750" spcFirstLastPara="1" rIns="66750" wrap="square" tIns="6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RGB:</a:t>
            </a:r>
            <a:r>
              <a:rPr lang="es" sz="803">
                <a:solidFill>
                  <a:schemeClr val="dk1"/>
                </a:solidFill>
              </a:rPr>
              <a:t> 251, 220, 37</a:t>
            </a:r>
            <a:br>
              <a:rPr lang="es" sz="803">
                <a:solidFill>
                  <a:schemeClr val="dk1"/>
                </a:solidFill>
              </a:rPr>
            </a:br>
            <a:endParaRPr sz="80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HEX:</a:t>
            </a:r>
            <a:r>
              <a:rPr lang="es" sz="803">
                <a:solidFill>
                  <a:schemeClr val="dk1"/>
                </a:solidFill>
              </a:rPr>
              <a:t> #</a:t>
            </a:r>
            <a:r>
              <a:rPr lang="es" sz="803">
                <a:solidFill>
                  <a:schemeClr val="dk1"/>
                </a:solidFill>
              </a:rPr>
              <a:t>FBDC25</a:t>
            </a:r>
            <a:endParaRPr b="1" sz="803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796750" y="3363183"/>
            <a:ext cx="327600" cy="327600"/>
          </a:xfrm>
          <a:prstGeom prst="ellipse">
            <a:avLst/>
          </a:prstGeom>
          <a:solidFill>
            <a:srgbClr val="FF4242"/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sp>
        <p:nvSpPr>
          <p:cNvPr id="88" name="Google Shape;88;p17"/>
          <p:cNvSpPr txBox="1"/>
          <p:nvPr/>
        </p:nvSpPr>
        <p:spPr>
          <a:xfrm>
            <a:off x="5168488" y="3274150"/>
            <a:ext cx="12045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750" lIns="66750" spcFirstLastPara="1" rIns="66750" wrap="square" tIns="6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RGB:</a:t>
            </a:r>
            <a:r>
              <a:rPr lang="es" sz="803">
                <a:solidFill>
                  <a:schemeClr val="dk1"/>
                </a:solidFill>
              </a:rPr>
              <a:t> 255, 66, 66</a:t>
            </a:r>
            <a:br>
              <a:rPr lang="es" sz="803">
                <a:solidFill>
                  <a:schemeClr val="dk1"/>
                </a:solidFill>
              </a:rPr>
            </a:br>
            <a:endParaRPr sz="80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3">
                <a:solidFill>
                  <a:schemeClr val="dk1"/>
                </a:solidFill>
              </a:rPr>
              <a:t>HEX:</a:t>
            </a:r>
            <a:r>
              <a:rPr lang="es" sz="803">
                <a:solidFill>
                  <a:schemeClr val="dk1"/>
                </a:solidFill>
              </a:rPr>
              <a:t> #</a:t>
            </a:r>
            <a:r>
              <a:rPr lang="es" sz="803">
                <a:solidFill>
                  <a:schemeClr val="dk1"/>
                </a:solidFill>
              </a:rPr>
              <a:t>FF4242</a:t>
            </a:r>
            <a:endParaRPr b="1" sz="803">
              <a:solidFill>
                <a:schemeClr val="dk1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90975" y="3533925"/>
            <a:ext cx="337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Las tipografías principales se usan en títulos y subtítulos en pesos </a:t>
            </a:r>
            <a:r>
              <a:rPr b="1" lang="es" sz="1100">
                <a:solidFill>
                  <a:schemeClr val="dk1"/>
                </a:solidFill>
              </a:rPr>
              <a:t>Bold o superiores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Para cuerpo de texto se utilizan pesos desde </a:t>
            </a:r>
            <a:r>
              <a:rPr b="1" lang="es" sz="1100">
                <a:solidFill>
                  <a:schemeClr val="dk1"/>
                </a:solidFill>
              </a:rPr>
              <a:t>Bold hasta Regular</a:t>
            </a:r>
            <a:r>
              <a:rPr lang="es" sz="1100">
                <a:solidFill>
                  <a:schemeClr val="dk1"/>
                </a:solidFill>
              </a:rPr>
              <a:t>, según la pieza.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>
            <a:off x="4273800" y="702725"/>
            <a:ext cx="0" cy="350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490975" y="1002475"/>
            <a:ext cx="1806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 sz="2100">
                <a:solidFill>
                  <a:srgbClr val="F4582F"/>
                </a:solidFill>
                <a:latin typeface="Poppins"/>
                <a:ea typeface="Poppins"/>
                <a:cs typeface="Poppins"/>
                <a:sym typeface="Poppins"/>
              </a:rPr>
              <a:t>Iconos</a:t>
            </a:r>
            <a:endParaRPr b="1" i="0" sz="2100" u="none" cap="none" strike="noStrike">
              <a:solidFill>
                <a:srgbClr val="F458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547750" y="1647850"/>
            <a:ext cx="3371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Uso de </a:t>
            </a:r>
            <a:r>
              <a:rPr b="1" lang="es" sz="1100">
                <a:solidFill>
                  <a:schemeClr val="dk1"/>
                </a:solidFill>
              </a:rPr>
              <a:t>iconos simples y limpios</a:t>
            </a:r>
            <a:r>
              <a:rPr lang="es" sz="1100">
                <a:solidFill>
                  <a:schemeClr val="dk1"/>
                </a:solidFill>
              </a:rPr>
              <a:t>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Estilo </a:t>
            </a:r>
            <a:r>
              <a:rPr b="1" lang="es" sz="1100">
                <a:solidFill>
                  <a:schemeClr val="dk1"/>
                </a:solidFill>
              </a:rPr>
              <a:t>lineal / sólido</a:t>
            </a:r>
            <a:r>
              <a:rPr lang="es" sz="1100">
                <a:solidFill>
                  <a:schemeClr val="dk1"/>
                </a:solidFill>
              </a:rPr>
              <a:t>, sin detalles complejos.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Bordes redondeados, coherentes con el look de la marca.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Iconos principalmente en </a:t>
            </a:r>
            <a:r>
              <a:rPr b="1" lang="es" sz="1100">
                <a:solidFill>
                  <a:schemeClr val="dk1"/>
                </a:solidFill>
              </a:rPr>
              <a:t>negro, blanco o rappiNeon</a:t>
            </a:r>
            <a:r>
              <a:rPr lang="es" sz="1100">
                <a:solidFill>
                  <a:schemeClr val="dk1"/>
                </a:solidFill>
              </a:rPr>
              <a:t>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Mantener consistencia de estilo dentro de una misma pieza.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97" name="Google Shape;97;p18"/>
          <p:cNvCxnSpPr/>
          <p:nvPr/>
        </p:nvCxnSpPr>
        <p:spPr>
          <a:xfrm>
            <a:off x="4273800" y="702725"/>
            <a:ext cx="0" cy="350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8" name="Google Shape;98;p18" title="Frame 159788163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8750" y="837450"/>
            <a:ext cx="4135501" cy="2826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4529050" y="3966075"/>
            <a:ext cx="4412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https://drive.google.com/drive/folders/1WXMF_FY7Xhefs-mBXbicrLa1kjj5uyeM?usp=sharing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4628750" y="3664450"/>
            <a:ext cx="38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En esta carpeta pueden descargar los iconos</a:t>
            </a:r>
            <a:endParaRPr b="1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